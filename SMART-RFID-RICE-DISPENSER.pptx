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RFID Based Smart Rice Dispenser</a:t>
            </a:r>
          </a:p>
          <a:p>
            <a:r>
              <a:t>Load Cell + Servo + LCD Display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Arduino</a:t>
            </a:r>
          </a:p>
          <a:p>
            <a:r>
              <a:t>- MFRC522 RFID Module</a:t>
            </a:r>
          </a:p>
          <a:p>
            <a:r>
              <a:t>- Load Cell + HX711</a:t>
            </a:r>
          </a:p>
          <a:p>
            <a:r>
              <a:t>- Servo Motor</a:t>
            </a:r>
          </a:p>
          <a:p>
            <a:r>
              <a:t>- LCD 20x4 I2C</a:t>
            </a:r>
          </a:p>
          <a:p>
            <a:r>
              <a:t>- Buzzer</a:t>
            </a:r>
          </a:p>
          <a:p>
            <a:r>
              <a:t>- Buttons (Optional)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RFID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scans card</a:t>
            </a:r>
          </a:p>
          <a:p>
            <a:r>
              <a:t>• System checks UID</a:t>
            </a:r>
          </a:p>
          <a:p>
            <a:r>
              <a:t>• Grants or denies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Load cell reads real‑time weight</a:t>
            </a:r>
          </a:p>
          <a:p>
            <a:r>
              <a:t>• Auto tare via calibration</a:t>
            </a:r>
          </a:p>
          <a:p>
            <a:r>
              <a:t>• Display current weight on LCD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Dispensing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enters required quantity</a:t>
            </a:r>
          </a:p>
          <a:p>
            <a:r>
              <a:t>• Servo opens until target weight reaches</a:t>
            </a:r>
          </a:p>
          <a:p>
            <a:r>
              <a:t>• Auto‑stop and buzzer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Scan RFID</a:t>
            </a:r>
          </a:p>
          <a:p>
            <a:r>
              <a:t>2. Authenticate</a:t>
            </a:r>
          </a:p>
          <a:p>
            <a:r>
              <a:t>3. Place container</a:t>
            </a:r>
          </a:p>
          <a:p>
            <a:r>
              <a:t>4. Enter quantity</a:t>
            </a:r>
          </a:p>
          <a:p>
            <a:r>
              <a:t>5. Auto dispensing</a:t>
            </a:r>
          </a:p>
          <a:p>
            <a:r>
              <a:t>6. Collect rice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HX711 averaged reading</a:t>
            </a:r>
          </a:p>
          <a:p>
            <a:r>
              <a:t>• ‘val’ used as calibration factor</a:t>
            </a:r>
          </a:p>
          <a:p>
            <a:r>
              <a:t>• Increases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automated rice dispenser</a:t>
            </a:r>
          </a:p>
          <a:p>
            <a:r>
              <a:t>• Secure access using RFID</a:t>
            </a:r>
          </a:p>
          <a:p>
            <a:r>
              <a:t>• Accurate weight-based dispensing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